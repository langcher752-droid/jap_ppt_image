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（らいげつ） 来月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（ぜんげつ） 先月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71745" y="1371600"/>
            <a:ext cx="5848203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（よなか） 夜中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71745" y="1371600"/>
            <a:ext cx="5848203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（ゆうべ） 昨晩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9904" y="1371600"/>
            <a:ext cx="4571885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コンサート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9429" y="1371600"/>
            <a:ext cx="4552836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クリスマス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（たんじょうび） 誕生日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（こどものひ） こどもの日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（なつやすみ） 夏休み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（こうつうきかん） 交通機関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（しんかんせん） 新幹線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（ひこうき） 飛行機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647" y="1371600"/>
            <a:ext cx="4000399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フェリー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（でんしゃ） 電車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7133" y="1371600"/>
            <a:ext cx="2857428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バス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647" y="1371600"/>
            <a:ext cx="4000399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タクシー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（びじゅつかん） 美術館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5172" y="1371600"/>
            <a:ext cx="3990875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アパート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00459" y="1371600"/>
            <a:ext cx="2990775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（うち） 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1390" y="1371600"/>
            <a:ext cx="3428914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プール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（ともだち） 友達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71745" y="1371600"/>
            <a:ext cx="5848203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（おとうと） 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（いきます） 行きます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（かえります） 帰ります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76498" y="1371600"/>
            <a:ext cx="6038699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（きます） 来ます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76658" y="1371600"/>
            <a:ext cx="2847903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たしか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00439" y="1371600"/>
            <a:ext cx="3400339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まっすぐ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5172" y="1371600"/>
            <a:ext cx="3990875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いっしょに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33686" y="1371600"/>
            <a:ext cx="5133846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（さとう） 佐藤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33686" y="1371600"/>
            <a:ext cx="5133846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（はこね） 箱根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33686" y="1371600"/>
            <a:ext cx="5133846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（ぎんざ） 銀座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33686" y="1371600"/>
            <a:ext cx="5133846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（しぶや） 渋谷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（しんじゅく） 新宿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（おつかれさまでした） お疲れ様でした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25717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（おさきにしつれいします） お先に失礼します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6538" y="1371600"/>
            <a:ext cx="5238619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（あるいて） 歩いて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7923" y="1371600"/>
            <a:ext cx="6095847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33333"/>
                </a:solidFill>
              </a:rPr>
              <a:t>（たいへんですね） 大変ですね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